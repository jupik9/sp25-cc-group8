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bb510c4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bb510c4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ab4a1d56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ab4a1d56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9dc3acc5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9dc3acc5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9dc3acc5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39dc3acc5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a269289f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a269289f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ab4a1d5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ab4a1d5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9f550c7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39f550c7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a57edd61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a57edd61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hyperlink" Target="https://www.kaggle.com/datasets/thedevastator/jobs-dataset-from-glassdoor/data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kaggle.com/datasets/blastchar/telco-customer-churn" TargetMode="External"/><Relationship Id="rId4" Type="http://schemas.openxmlformats.org/officeDocument/2006/relationships/hyperlink" Target="https://www.kaggle.com/datasets/olistbr/brazilian-ecommerce" TargetMode="External"/><Relationship Id="rId9" Type="http://schemas.openxmlformats.org/officeDocument/2006/relationships/hyperlink" Target="https://www.kaggle.com/datasets/keplersmachines/kepler-labelled-time-series-data" TargetMode="External"/><Relationship Id="rId5" Type="http://schemas.openxmlformats.org/officeDocument/2006/relationships/hyperlink" Target="https://www.kaggle.com/datasets/devarajv88/target-dataset" TargetMode="External"/><Relationship Id="rId6" Type="http://schemas.openxmlformats.org/officeDocument/2006/relationships/hyperlink" Target="https://www.kaggle.com/datasets/usdot/flight-delays" TargetMode="External"/><Relationship Id="rId7" Type="http://schemas.openxmlformats.org/officeDocument/2006/relationships/hyperlink" Target="https://www.kaggle.com/datasets/thedevastator/jobs-dataset-from-glassdoor/data" TargetMode="External"/><Relationship Id="rId8" Type="http://schemas.openxmlformats.org/officeDocument/2006/relationships/hyperlink" Target="https://www.kaggle.com/datasets/asinow/diabetes-dataset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0970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Implementing AWS for Salary Analysis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865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D9D9D9"/>
                </a:solidFill>
              </a:rPr>
              <a:t>Group 8: Jupiter Kang, Crystal Kao, Alonso Romero </a:t>
            </a:r>
            <a:endParaRPr sz="22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19100" y="445025"/>
            <a:ext cx="841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of Project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419100" y="1152475"/>
            <a:ext cx="8105700" cy="38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Objective: Compare </a:t>
            </a:r>
            <a:r>
              <a:rPr lang="en"/>
              <a:t>salaries of job listings based on if AWS is listed as a requirement in the description to see if knowing AWS pays more than jobs without AWS in the description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Compared to all tech job listings in 2017 on Glassdoor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Compared to data science related job listings in 2017 on Glassdoor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Goal: Create a dashboard in QuickSight to visualize our findings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740325" y="85725"/>
            <a:ext cx="47556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 and Features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800100" y="714375"/>
            <a:ext cx="8134500" cy="42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21"/>
              <a:t>2017-2018 data: </a:t>
            </a:r>
            <a:r>
              <a:rPr lang="en" sz="1821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https://www.kaggle.com/datasets/thedevastator/jobs-dataset-from-glassdoor/data</a:t>
            </a:r>
            <a:endParaRPr sz="182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21"/>
              <a:t>32 columns, 742 rows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1425" y="631100"/>
            <a:ext cx="6935125" cy="98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 rotWithShape="1">
          <a:blip r:embed="rId6">
            <a:alphaModFix/>
          </a:blip>
          <a:srcRect b="0" l="0" r="25412" t="0"/>
          <a:stretch/>
        </p:blipFill>
        <p:spPr>
          <a:xfrm>
            <a:off x="639550" y="1654000"/>
            <a:ext cx="3575375" cy="211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73850" y="1654000"/>
            <a:ext cx="4825099" cy="229544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639550" y="2064725"/>
            <a:ext cx="3513900" cy="1170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639550" y="1910825"/>
            <a:ext cx="3513900" cy="1539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to Implement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6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S3 Bucket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Store data in buckets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 static website to display findings in one place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VPC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 internet gateways, subnets, and routing tables for EC2 instances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EC2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 instances from computing sources in the cloud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Run a Jupyter Notebook or Python file to preprocess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QuickSight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Connect with data from S3 bucket to create dashboards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 histogram to show the distribution of salaries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Architecture and Data Flow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456775" y="1579125"/>
            <a:ext cx="18180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Kaggle Dataset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Raw Data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5" name="Google Shape;85;p17"/>
          <p:cNvCxnSpPr>
            <a:stCxn id="84" idx="3"/>
            <a:endCxn id="86" idx="2"/>
          </p:cNvCxnSpPr>
          <p:nvPr/>
        </p:nvCxnSpPr>
        <p:spPr>
          <a:xfrm>
            <a:off x="2274775" y="1926225"/>
            <a:ext cx="170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7"/>
          <p:cNvSpPr txBox="1"/>
          <p:nvPr/>
        </p:nvSpPr>
        <p:spPr>
          <a:xfrm>
            <a:off x="6811250" y="2056338"/>
            <a:ext cx="14019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QuickSight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8" name="Google Shape;88;p17"/>
          <p:cNvCxnSpPr>
            <a:stCxn id="86" idx="4"/>
            <a:endCxn id="87" idx="1"/>
          </p:cNvCxnSpPr>
          <p:nvPr/>
        </p:nvCxnSpPr>
        <p:spPr>
          <a:xfrm>
            <a:off x="4929350" y="1926213"/>
            <a:ext cx="1881900" cy="38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7"/>
          <p:cNvSpPr/>
          <p:nvPr/>
        </p:nvSpPr>
        <p:spPr>
          <a:xfrm>
            <a:off x="1221000" y="3108600"/>
            <a:ext cx="6566400" cy="180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VPC</a:t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3979675" y="1415200"/>
            <a:ext cx="949675" cy="1022025"/>
          </a:xfrm>
          <a:prstGeom prst="flowChartMagneticDisk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1537575" y="3305225"/>
            <a:ext cx="2424000" cy="132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Subnet</a:t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2844475" y="3556113"/>
            <a:ext cx="868200" cy="694200"/>
          </a:xfrm>
          <a:prstGeom prst="cube">
            <a:avLst>
              <a:gd fmla="val 25000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EC2</a:t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5037875" y="3305225"/>
            <a:ext cx="2424000" cy="132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Private Subnet</a:t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5200675" y="3556113"/>
            <a:ext cx="868200" cy="694200"/>
          </a:xfrm>
          <a:prstGeom prst="cube">
            <a:avLst>
              <a:gd fmla="val 25000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EC2</a:t>
            </a:r>
            <a:endParaRPr/>
          </a:p>
        </p:txBody>
      </p:sp>
      <p:cxnSp>
        <p:nvCxnSpPr>
          <p:cNvPr id="94" name="Google Shape;94;p17"/>
          <p:cNvCxnSpPr>
            <a:stCxn id="90" idx="3"/>
            <a:endCxn id="92" idx="1"/>
          </p:cNvCxnSpPr>
          <p:nvPr/>
        </p:nvCxnSpPr>
        <p:spPr>
          <a:xfrm>
            <a:off x="3961575" y="3969875"/>
            <a:ext cx="107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7"/>
          <p:cNvCxnSpPr>
            <a:stCxn id="86" idx="3"/>
            <a:endCxn id="91" idx="0"/>
          </p:cNvCxnSpPr>
          <p:nvPr/>
        </p:nvCxnSpPr>
        <p:spPr>
          <a:xfrm flipH="1">
            <a:off x="3365213" y="2437225"/>
            <a:ext cx="1089300" cy="111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7"/>
          <p:cNvSpPr txBox="1"/>
          <p:nvPr/>
        </p:nvSpPr>
        <p:spPr>
          <a:xfrm>
            <a:off x="6421600" y="3712575"/>
            <a:ext cx="8682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Python File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6811250" y="1343125"/>
            <a:ext cx="1401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Website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8" name="Google Shape;98;p17"/>
          <p:cNvCxnSpPr>
            <a:stCxn id="86" idx="4"/>
            <a:endCxn id="97" idx="1"/>
          </p:cNvCxnSpPr>
          <p:nvPr/>
        </p:nvCxnSpPr>
        <p:spPr>
          <a:xfrm flipH="1" rot="10800000">
            <a:off x="4929350" y="1562613"/>
            <a:ext cx="1881900" cy="36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7"/>
          <p:cNvCxnSpPr>
            <a:stCxn id="91" idx="0"/>
            <a:endCxn id="86" idx="3"/>
          </p:cNvCxnSpPr>
          <p:nvPr/>
        </p:nvCxnSpPr>
        <p:spPr>
          <a:xfrm flipH="1" rot="10800000">
            <a:off x="3365350" y="2437113"/>
            <a:ext cx="1089300" cy="111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to Implement</a:t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1152475"/>
            <a:ext cx="8520600" cy="36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S3 Bucket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Store data in buckets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 static website to display findings in one place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VPC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 internet gateways, subnets, and routing tables for EC2 instances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EC2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 instances from computing sources in the cloud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Run a Jupyter Notebook or Python file to preprocess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QuickSight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Connect with data from S3 bucket to create dashboards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 histogram to show the distribution of salaries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428625" y="445025"/>
            <a:ext cx="810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Outcomes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485775" y="1152475"/>
            <a:ext cx="8048700" cy="3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Create a </a:t>
            </a:r>
            <a:r>
              <a:rPr lang="en"/>
              <a:t>dashboard</a:t>
            </a:r>
            <a:r>
              <a:rPr lang="en"/>
              <a:t> in QuickSight to visualize our findings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Hypothesis: Jobs that require AWS skill tend to have a higher pay than jobs that don’t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Factors for consideration on salary differences: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Cost of living (Location)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Company type (Type of Ownership - government, private, etc.)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Industry/sector (Industry or Sector)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Experience level (</a:t>
            </a:r>
            <a:r>
              <a:rPr lang="en"/>
              <a:t>Seniority</a:t>
            </a:r>
            <a:r>
              <a:rPr lang="en"/>
              <a:t>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dataset links: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Customer churn prediction: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https://www.kaggle.com/datasets/blastchar/telco-customer-churn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E-commerce sales forecasting: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https://www.kaggle.com/datasets/olistbr/brazilian-ecommerce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https://www.kaggle.com/datasets/devarajv88/target-dataset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Predicting flight delays: 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https://www.kaggle.com/datasets/usdot/flight-delays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00"/>
                </a:highlight>
              </a:rPr>
              <a:t>Salary prediction:</a:t>
            </a:r>
            <a:r>
              <a:rPr lang="en" sz="1100" u="sng">
                <a:solidFill>
                  <a:schemeClr val="hlink"/>
                </a:solidFill>
                <a:highlight>
                  <a:srgbClr val="FFFF00"/>
                </a:highlight>
                <a:hlinkClick r:id="rId7"/>
              </a:rPr>
              <a:t>https://www.kaggle.com/datasets/thedevastator/jobs-dataset-from-glassdoor/data</a:t>
            </a:r>
            <a:endParaRPr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Diabetes dataset: </a:t>
            </a:r>
            <a:r>
              <a:rPr lang="en" sz="1100" u="sng">
                <a:solidFill>
                  <a:schemeClr val="hlink"/>
                </a:solidFill>
                <a:hlinkClick r:id="rId8"/>
              </a:rPr>
              <a:t>https://www.kaggle.com/datasets/asinow/diabetes-dataset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Exoplanet hunting in deep space: </a:t>
            </a:r>
            <a:r>
              <a:rPr lang="en" sz="1100" u="sng">
                <a:solidFill>
                  <a:schemeClr val="hlink"/>
                </a:solidFill>
                <a:hlinkClick r:id="rId9"/>
              </a:rPr>
              <a:t>https://www.kaggle.com/datasets/keplersmachines/kepler-labelled-time-series-data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his guidelines: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572700"/>
            <a:ext cx="8520600" cy="43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The final project will have the following components: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Project Definition where the students will define in detail: </a:t>
            </a:r>
            <a:endParaRPr sz="1000">
              <a:solidFill>
                <a:schemeClr val="dk1"/>
              </a:solidFill>
            </a:endParaRPr>
          </a:p>
          <a:p>
            <a:pPr indent="-292100" lvl="1" marL="927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Scope of the project</a:t>
            </a:r>
            <a:endParaRPr sz="1000">
              <a:solidFill>
                <a:schemeClr val="dk1"/>
              </a:solidFill>
            </a:endParaRPr>
          </a:p>
          <a:p>
            <a:pPr indent="-292100" lvl="1" marL="927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Features that will be implemented</a:t>
            </a:r>
            <a:endParaRPr sz="1000">
              <a:solidFill>
                <a:schemeClr val="dk1"/>
              </a:solidFill>
            </a:endParaRPr>
          </a:p>
          <a:p>
            <a:pPr indent="-292100" lvl="1" marL="927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Data sources (from where you will get the data)</a:t>
            </a:r>
            <a:endParaRPr sz="1000">
              <a:solidFill>
                <a:schemeClr val="dk1"/>
              </a:solidFill>
            </a:endParaRPr>
          </a:p>
          <a:p>
            <a:pPr indent="-292100" lvl="1" marL="927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Expected outcomes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Project Architecture where the students will define: </a:t>
            </a:r>
            <a:endParaRPr sz="1000">
              <a:solidFill>
                <a:schemeClr val="dk1"/>
              </a:solidFill>
            </a:endParaRPr>
          </a:p>
          <a:p>
            <a:pPr indent="-292100" lvl="1" marL="927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Logical architecture of the project indicating AWS cloud services that will be used and their roles in the architecture</a:t>
            </a:r>
            <a:endParaRPr sz="1000">
              <a:solidFill>
                <a:schemeClr val="dk1"/>
              </a:solidFill>
            </a:endParaRPr>
          </a:p>
          <a:p>
            <a:pPr indent="-292100" lvl="1" marL="927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Data flow indicating how data will be ingested, clean up, processed, and released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In this assignment, you must develop a presentation containing the following parts: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Project Definition: What are you going to develop? As described in the Syllabus you must describe: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Scope of your project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Features that will be implemented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Data sources that you will use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Expected Outcomes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Project Architecture (what cloud components you will use and how they will be "wired")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Logical architecture indicating AWS cloud services that you will use (e.g., Region, AZs, VPC(s), EC2(s), S3(s), RDS(s), etc.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Data flow indicating how the data will be ingested, clean up, processed, and release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1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You should submit a </a:t>
            </a:r>
            <a:r>
              <a:rPr b="1" lang="en" sz="1000">
                <a:solidFill>
                  <a:schemeClr val="dk1"/>
                </a:solidFill>
              </a:rPr>
              <a:t>video</a:t>
            </a:r>
            <a:r>
              <a:rPr lang="en" sz="1100">
                <a:solidFill>
                  <a:schemeClr val="dk1"/>
                </a:solidFill>
              </a:rPr>
              <a:t> presentation from 5 to 15 min. You must also submit a powerpoint presentation: I would not recommend to have more than 7 slides.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